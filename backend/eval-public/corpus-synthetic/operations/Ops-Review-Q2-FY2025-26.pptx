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Tarnwick Provisions Q2 FY2025-26 Operations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Operations leadership, October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Q2 revenue closed at INR 25.07 million across all three product lines</a:t>
            </a:r>
          </a:p>
          <a:p>
            <a:r>
              <a:t>Juniper Masala crossed INR 1 million in a single month for the first time in August</a:t>
            </a:r>
          </a:p>
          <a:p>
            <a:r>
              <a:t>Marigold Chai remains the largest line; Saffron Rusk growth is flat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Warehouse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On-time delivery in September was 92.9%, below the 95% target</a:t>
            </a:r>
          </a:p>
          <a:p>
            <a:r>
              <a:t>Return rate peaked in September after the monsoon packaging issue</a:t>
            </a:r>
          </a:p>
          <a:p>
            <a:r>
              <a:t>Peak daily dispatch reached 912 orders on 14 August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Targets for Q3 FY2025-26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Q3 revenue target: INR 28.5 million</a:t>
            </a:r>
          </a:p>
          <a:p>
            <a:r>
              <a:t>Open two new distribution hubs, in Pune and Nagpur</a:t>
            </a:r>
          </a:p>
          <a:p>
            <a:r>
              <a:t>Reduce average pick time to 6.5 minutes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Tarnwick Operations (synthetic)</dc:creator>
  <cp:keywords/>
  <dc:description>generated using python-pptx</dc:description>
  <cp:lastModifiedBy>Steve Canny</cp:lastModifiedBy>
  <cp:revision>1</cp:revision>
  <dcterms:created xsi:type="dcterms:W3CDTF">2025-10-01T09:00:00Z</dcterms:created>
  <dcterms:modified xsi:type="dcterms:W3CDTF">2025-10-01T09:00:00Z</dcterms:modified>
  <cp:category/>
</cp:coreProperties>
</file>